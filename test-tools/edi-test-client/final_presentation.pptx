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09a1f43c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09a1f43c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09a1f43c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09a1f43c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09a1f43c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09a1f43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09a1f43c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09a1f43c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-333225" y="-811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76375" y="2181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04800" y="12291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